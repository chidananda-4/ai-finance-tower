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060"/>
                </a:solidFill>
              </a:defRPr>
            </a:pPr>
            <a:r>
              <a:t>Business Unit Spend &amp; Regional Mix Analysis</a:t>
            </a:r>
          </a:p>
        </p:txBody>
      </p:sp>
      <p:pic>
        <p:nvPicPr>
          <p:cNvPr id="3" name="Picture 2" descr="total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2743200"/>
          </a:xfrm>
          <a:prstGeom prst="rect">
            <a:avLst/>
          </a:prstGeom>
        </p:spPr>
      </p:pic>
      <p:pic>
        <p:nvPicPr>
          <p:cNvPr id="4" name="Picture 3" descr="Consu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486400" cy="2743200"/>
          </a:xfrm>
          <a:prstGeom prst="rect">
            <a:avLst/>
          </a:prstGeom>
        </p:spPr>
      </p:pic>
      <p:pic>
        <p:nvPicPr>
          <p:cNvPr id="5" name="Picture 4" descr="Enterpr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86400" cy="2743200"/>
          </a:xfrm>
          <a:prstGeom prst="rect">
            <a:avLst/>
          </a:prstGeom>
        </p:spPr>
      </p:pic>
      <p:pic>
        <p:nvPicPr>
          <p:cNvPr id="6" name="Picture 5" descr="SM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• Total spend increased by 4.17% in December 2025, driven mainly by the Enterprise BU with an 8.29% rise. The West region within Enterprise led this growth with an 8.65% increase; leadership should moni</a:t>
            </a:r>
          </a:p>
          <a:p>
            <a:pPr algn="l">
              <a:defRPr sz="1000"/>
            </a:pPr>
            <a:r>
              <a:t>• Consumer BU contributed a significant portion to the total spend rise with a 5.24% increase, primarily fueled by the West region's 2.37% growth despite declines in East and North regions. Leadership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
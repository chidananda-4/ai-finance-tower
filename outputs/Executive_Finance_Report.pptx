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Finance Control Tower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Financial Intelligence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🧠 FINANCE CONTROL TOWER SUMMARY</a:t>
            </a:r>
          </a:p>
          <a:p/>
          <a:p>
            <a:r>
              <a:t>    🔹 Spend changed by -57.50% week-over-week.</a:t>
            </a:r>
          </a:p>
          <a:p/>
          <a:p>
            <a:r>
              <a:t>    🔹 Maverick Spend: 10.06%</a:t>
            </a:r>
          </a:p>
          <a:p/>
          <a:p>
            <a:r>
              <a:t>    🔹 AP Risk Score: 17.54/100</a:t>
            </a:r>
          </a:p>
          <a:p/>
          <a:p>
            <a:r>
              <a:t>    🔹 Collection Efficiency: 81.97%</a:t>
            </a:r>
          </a:p>
          <a:p/>
          <a:p>
            <a:r>
              <a:t>    🔹 AR Overdue (&gt;0 days): 55.99%</a:t>
            </a:r>
          </a:p>
          <a:p/>
          <a:p>
            <a:r>
              <a:t>    🔹 AR Risk Score: 30.24/100</a:t>
            </a:r>
          </a:p>
          <a:p/>
          <a:p>
            <a:r>
              <a:t>    🔹 Composite Finance Health Score: 76.11/100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Spend Change: -57.50%</a:t>
            </a:r>
          </a:p>
          <a:p>
            <a:r>
              <a:t>    Maverick Spend: 10.06%</a:t>
            </a:r>
          </a:p>
          <a:p>
            <a:r>
              <a:t>    AP Risk Score: 17.54</a:t>
            </a:r>
          </a:p>
          <a:p>
            <a:r>
              <a:t>    AR Risk Score: 30.24</a:t>
            </a:r>
          </a:p>
          <a:p>
            <a:r>
              <a:t>    Finance Health Score: 76.11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
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 (₹M)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241.1</c:v>
                </c:pt>
                <c:pt idx="1">
                  <c:v>203.2</c:v>
                </c:pt>
                <c:pt idx="2">
                  <c:v>278.5</c:v>
                </c:pt>
                <c:pt idx="3">
                  <c:v>235.5</c:v>
                </c:pt>
                <c:pt idx="4">
                  <c:v>239.6</c:v>
                </c:pt>
                <c:pt idx="5">
                  <c:v>224.4</c:v>
                </c:pt>
                <c:pt idx="6">
                  <c:v>245.6</c:v>
                </c:pt>
                <c:pt idx="7">
                  <c:v>233.9</c:v>
                </c:pt>
                <c:pt idx="8">
                  <c:v>253.7</c:v>
                </c:pt>
                <c:pt idx="9">
                  <c:v>264.6</c:v>
                </c:pt>
                <c:pt idx="10">
                  <c:v>247.2</c:v>
                </c:pt>
                <c:pt idx="11">
                  <c:v>257.6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30.0</c:v>
                </c:pt>
                <c:pt idx="1">
                  <c:v>30.0</c:v>
                </c:pt>
                <c:pt idx="2">
                  <c:v>35.0</c:v>
                </c:pt>
                <c:pt idx="3">
                  <c:v>29.0</c:v>
                </c:pt>
                <c:pt idx="4">
                  <c:v>31.0</c:v>
                </c:pt>
                <c:pt idx="5">
                  <c:v>36.0</c:v>
                </c:pt>
                <c:pt idx="6">
                  <c:v>30.0</c:v>
                </c:pt>
                <c:pt idx="7">
                  <c:v>31.0</c:v>
                </c:pt>
                <c:pt idx="8">
                  <c:v>30.0</c:v>
                </c:pt>
                <c:pt idx="9">
                  <c:v>27.0</c:v>
                </c:pt>
                <c:pt idx="10">
                  <c:v>38.0</c:v>
                </c:pt>
                <c:pt idx="11">
                  <c:v>36.0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26.0</c:v>
                </c:pt>
                <c:pt idx="1">
                  <c:v>26.0</c:v>
                </c:pt>
                <c:pt idx="2">
                  <c:v>22.0</c:v>
                </c:pt>
                <c:pt idx="3">
                  <c:v>26.0</c:v>
                </c:pt>
                <c:pt idx="4">
                  <c:v>27.0</c:v>
                </c:pt>
                <c:pt idx="5">
                  <c:v>23.0</c:v>
                </c:pt>
                <c:pt idx="6">
                  <c:v>22.0</c:v>
                </c:pt>
                <c:pt idx="7">
                  <c:v>24.0</c:v>
                </c:pt>
                <c:pt idx="8">
                  <c:v>22.0</c:v>
                </c:pt>
                <c:pt idx="9">
                  <c:v>26.0</c:v>
                </c:pt>
                <c:pt idx="10">
                  <c:v>23.0</c:v>
                </c:pt>
                <c:pt idx="11">
                  <c:v>22.0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44.0</c:v>
                </c:pt>
                <c:pt idx="1">
                  <c:v>44.0</c:v>
                </c:pt>
                <c:pt idx="2">
                  <c:v>43.0</c:v>
                </c:pt>
                <c:pt idx="3">
                  <c:v>46.0</c:v>
                </c:pt>
                <c:pt idx="4">
                  <c:v>42.0</c:v>
                </c:pt>
                <c:pt idx="5">
                  <c:v>42.0</c:v>
                </c:pt>
                <c:pt idx="6">
                  <c:v>47.0</c:v>
                </c:pt>
                <c:pt idx="7">
                  <c:v>45.0</c:v>
                </c:pt>
                <c:pt idx="8">
                  <c:v>48.0</c:v>
                </c:pt>
                <c:pt idx="9">
                  <c:v>47.0</c:v>
                </c:pt>
                <c:pt idx="10">
                  <c:v>40.0</c:v>
                </c:pt>
                <c:pt idx="11">
                  <c:v>42.0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Spend (₹M)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89.2</c:v>
                </c:pt>
                <c:pt idx="1">
                  <c:v>77.8</c:v>
                </c:pt>
                <c:pt idx="2">
                  <c:v>118.7</c:v>
                </c:pt>
                <c:pt idx="3">
                  <c:v>92.8</c:v>
                </c:pt>
                <c:pt idx="4">
                  <c:v>93.5</c:v>
                </c:pt>
                <c:pt idx="5">
                  <c:v>86.4</c:v>
                </c:pt>
                <c:pt idx="6">
                  <c:v>101.1</c:v>
                </c:pt>
                <c:pt idx="7">
                  <c:v>95.0</c:v>
                </c:pt>
                <c:pt idx="8">
                  <c:v>101.7</c:v>
                </c:pt>
                <c:pt idx="9">
                  <c:v>107.2</c:v>
                </c:pt>
                <c:pt idx="10">
                  <c:v>97.1</c:v>
                </c:pt>
                <c:pt idx="11">
                  <c:v>102.1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53.0</c:v>
                </c:pt>
                <c:pt idx="1">
                  <c:v>47.0</c:v>
                </c:pt>
                <c:pt idx="2">
                  <c:v>53.0</c:v>
                </c:pt>
                <c:pt idx="3">
                  <c:v>53.0</c:v>
                </c:pt>
                <c:pt idx="4">
                  <c:v>48.0</c:v>
                </c:pt>
                <c:pt idx="5">
                  <c:v>43.0</c:v>
                </c:pt>
                <c:pt idx="6">
                  <c:v>49.0</c:v>
                </c:pt>
                <c:pt idx="7">
                  <c:v>47.0</c:v>
                </c:pt>
                <c:pt idx="8">
                  <c:v>50.0</c:v>
                </c:pt>
                <c:pt idx="9">
                  <c:v>51.0</c:v>
                </c:pt>
                <c:pt idx="10">
                  <c:v>51.0</c:v>
                </c:pt>
                <c:pt idx="11">
                  <c:v>45.0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33.0</c:v>
                </c:pt>
                <c:pt idx="1">
                  <c:v>38.0</c:v>
                </c:pt>
                <c:pt idx="2">
                  <c:v>35.0</c:v>
                </c:pt>
                <c:pt idx="3">
                  <c:v>32.0</c:v>
                </c:pt>
                <c:pt idx="4">
                  <c:v>35.0</c:v>
                </c:pt>
                <c:pt idx="5">
                  <c:v>38.0</c:v>
                </c:pt>
                <c:pt idx="6">
                  <c:v>31.0</c:v>
                </c:pt>
                <c:pt idx="7">
                  <c:v>33.0</c:v>
                </c:pt>
                <c:pt idx="8">
                  <c:v>36.0</c:v>
                </c:pt>
                <c:pt idx="9">
                  <c:v>34.0</c:v>
                </c:pt>
                <c:pt idx="10">
                  <c:v>37.0</c:v>
                </c:pt>
                <c:pt idx="11">
                  <c:v>35.0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14.0</c:v>
                </c:pt>
                <c:pt idx="1">
                  <c:v>15.0</c:v>
                </c:pt>
                <c:pt idx="2">
                  <c:v>12.0</c:v>
                </c:pt>
                <c:pt idx="3">
                  <c:v>16.0</c:v>
                </c:pt>
                <c:pt idx="4">
                  <c:v>17.0</c:v>
                </c:pt>
                <c:pt idx="5">
                  <c:v>19.0</c:v>
                </c:pt>
                <c:pt idx="6">
                  <c:v>19.0</c:v>
                </c:pt>
                <c:pt idx="7">
                  <c:v>20.0</c:v>
                </c:pt>
                <c:pt idx="8">
                  <c:v>14.0</c:v>
                </c:pt>
                <c:pt idx="9">
                  <c:v>15.0</c:v>
                </c:pt>
                <c:pt idx="10">
                  <c:v>12.0</c:v>
                </c:pt>
                <c:pt idx="11">
                  <c:v>20.0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Spend (₹M)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58.8</c:v>
                </c:pt>
                <c:pt idx="1">
                  <c:v>48.6</c:v>
                </c:pt>
                <c:pt idx="2">
                  <c:v>57.8</c:v>
                </c:pt>
                <c:pt idx="3">
                  <c:v>56.8</c:v>
                </c:pt>
                <c:pt idx="4">
                  <c:v>62.2</c:v>
                </c:pt>
                <c:pt idx="5">
                  <c:v>53.0</c:v>
                </c:pt>
                <c:pt idx="6">
                  <c:v>57.4</c:v>
                </c:pt>
                <c:pt idx="7">
                  <c:v>51.0</c:v>
                </c:pt>
                <c:pt idx="8">
                  <c:v>60.1</c:v>
                </c:pt>
                <c:pt idx="9">
                  <c:v>64.0</c:v>
                </c:pt>
                <c:pt idx="10">
                  <c:v>59.4</c:v>
                </c:pt>
                <c:pt idx="11">
                  <c:v>64.3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7.0</c:v>
                </c:pt>
                <c:pt idx="1">
                  <c:v>9.0</c:v>
                </c:pt>
                <c:pt idx="2">
                  <c:v>10.0</c:v>
                </c:pt>
                <c:pt idx="3">
                  <c:v>7.0</c:v>
                </c:pt>
                <c:pt idx="4">
                  <c:v>7.0</c:v>
                </c:pt>
                <c:pt idx="5">
                  <c:v>7.0</c:v>
                </c:pt>
                <c:pt idx="6">
                  <c:v>8.0</c:v>
                </c:pt>
                <c:pt idx="7">
                  <c:v>8.0</c:v>
                </c:pt>
                <c:pt idx="8">
                  <c:v>7.0</c:v>
                </c:pt>
                <c:pt idx="9">
                  <c:v>9.0</c:v>
                </c:pt>
                <c:pt idx="10">
                  <c:v>7.0</c:v>
                </c:pt>
                <c:pt idx="11">
                  <c:v>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30.0</c:v>
                </c:pt>
                <c:pt idx="2">
                  <c:v>25.0</c:v>
                </c:pt>
                <c:pt idx="3">
                  <c:v>23.0</c:v>
                </c:pt>
                <c:pt idx="4">
                  <c:v>25.0</c:v>
                </c:pt>
                <c:pt idx="5">
                  <c:v>28.0</c:v>
                </c:pt>
                <c:pt idx="6">
                  <c:v>27.0</c:v>
                </c:pt>
                <c:pt idx="7">
                  <c:v>24.0</c:v>
                </c:pt>
                <c:pt idx="8">
                  <c:v>22.0</c:v>
                </c:pt>
                <c:pt idx="9">
                  <c:v>27.0</c:v>
                </c:pt>
                <c:pt idx="10">
                  <c:v>23.0</c:v>
                </c:pt>
                <c:pt idx="11">
                  <c:v>28.0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41.0</c:v>
                </c:pt>
                <c:pt idx="1">
                  <c:v>42.0</c:v>
                </c:pt>
                <c:pt idx="2">
                  <c:v>42.0</c:v>
                </c:pt>
                <c:pt idx="3">
                  <c:v>43.0</c:v>
                </c:pt>
                <c:pt idx="4">
                  <c:v>39.0</c:v>
                </c:pt>
                <c:pt idx="5">
                  <c:v>42.0</c:v>
                </c:pt>
                <c:pt idx="6">
                  <c:v>44.0</c:v>
                </c:pt>
                <c:pt idx="7">
                  <c:v>49.0</c:v>
                </c:pt>
                <c:pt idx="8">
                  <c:v>44.0</c:v>
                </c:pt>
                <c:pt idx="9">
                  <c:v>41.0</c:v>
                </c:pt>
                <c:pt idx="10">
                  <c:v>46.0</c:v>
                </c:pt>
                <c:pt idx="11">
                  <c:v>40.0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25.0</c:v>
                </c:pt>
                <c:pt idx="1">
                  <c:v>20.0</c:v>
                </c:pt>
                <c:pt idx="2">
                  <c:v>23.0</c:v>
                </c:pt>
                <c:pt idx="3">
                  <c:v>28.0</c:v>
                </c:pt>
                <c:pt idx="4">
                  <c:v>28.0</c:v>
                </c:pt>
                <c:pt idx="5">
                  <c:v>23.0</c:v>
                </c:pt>
                <c:pt idx="6">
                  <c:v>21.0</c:v>
                </c:pt>
                <c:pt idx="7">
                  <c:v>20.0</c:v>
                </c:pt>
                <c:pt idx="8">
                  <c:v>26.0</c:v>
                </c:pt>
                <c:pt idx="9">
                  <c:v>23.0</c:v>
                </c:pt>
                <c:pt idx="10">
                  <c:v>24.0</c:v>
                </c:pt>
                <c:pt idx="11">
                  <c:v>25.0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Total Spend (₹M)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93.1</c:v>
                </c:pt>
                <c:pt idx="1">
                  <c:v>76.8</c:v>
                </c:pt>
                <c:pt idx="2">
                  <c:v>102.0</c:v>
                </c:pt>
                <c:pt idx="3">
                  <c:v>85.9</c:v>
                </c:pt>
                <c:pt idx="4">
                  <c:v>84.0</c:v>
                </c:pt>
                <c:pt idx="5">
                  <c:v>85.0</c:v>
                </c:pt>
                <c:pt idx="6">
                  <c:v>87.1</c:v>
                </c:pt>
                <c:pt idx="7">
                  <c:v>88.0</c:v>
                </c:pt>
                <c:pt idx="8">
                  <c:v>92.0</c:v>
                </c:pt>
                <c:pt idx="9">
                  <c:v>93.4</c:v>
                </c:pt>
                <c:pt idx="10">
                  <c:v>90.8</c:v>
                </c:pt>
                <c:pt idx="11">
                  <c:v>91.1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060"/>
                </a:solidFill>
              </a:defRPr>
            </a:pPr>
            <a:r>
              <a:t>Business Unit Spend &amp; Regional Mix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3474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097280"/>
          <a:ext cx="34747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3657600"/>
          <a:ext cx="347472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0" y="3657600"/>
          <a:ext cx="3474720" cy="24688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26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/>
            </a:pPr>
            <a:r>
              <a:t>• Total monthly spend dipped in February 2025 to $203M ↓ from January’s $241M, primarily driven by Consumer BU’s spend drop to $77.8M ↓ and SMB’s $76.8M ↓. Next step: deeper review of BU spend drivers in early Q1 to identify cost control measures.</a:t>
            </a:r>
          </a:p>
          <a:p>
            <a:pPr algn="l">
              <a:defRPr sz="1100"/>
            </a:pPr>
            <a:r>
              <a:t>• Enterprise BU’s spend increased in May 2025 to $62.2M ↑ from April’s $56.8M, with East region allocation decreasing from 52.63% to 48.47%, while South region increased from 31.84% to 35.0%. Next step: assess impact of regional spend reallocation on business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
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241122505.96</c:v>
                </c:pt>
                <c:pt idx="1">
                  <c:v>203244199.28</c:v>
                </c:pt>
                <c:pt idx="2">
                  <c:v>278504423.65</c:v>
                </c:pt>
                <c:pt idx="3">
                  <c:v>235540595.21</c:v>
                </c:pt>
                <c:pt idx="4">
                  <c:v>239620879.54</c:v>
                </c:pt>
                <c:pt idx="5">
                  <c:v>224389502.92</c:v>
                </c:pt>
                <c:pt idx="6">
                  <c:v>245627929.14000002</c:v>
                </c:pt>
                <c:pt idx="7">
                  <c:v>233889244.96</c:v>
                </c:pt>
                <c:pt idx="8">
                  <c:v>253702134.24</c:v>
                </c:pt>
                <c:pt idx="9">
                  <c:v>264596316.6</c:v>
                </c:pt>
                <c:pt idx="10">
                  <c:v>247234278.36</c:v>
                </c:pt>
                <c:pt idx="11">
                  <c:v>257554274.88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27.05</c:v>
                </c:pt>
                <c:pt idx="1">
                  <c:v>26.13</c:v>
                </c:pt>
                <c:pt idx="2">
                  <c:v>29.73</c:v>
                </c:pt>
                <c:pt idx="3">
                  <c:v>26.52</c:v>
                </c:pt>
                <c:pt idx="4">
                  <c:v>27.4</c:v>
                </c:pt>
                <c:pt idx="5">
                  <c:v>26.69</c:v>
                </c:pt>
                <c:pt idx="6">
                  <c:v>26.75</c:v>
                </c:pt>
                <c:pt idx="7">
                  <c:v>25.71</c:v>
                </c:pt>
                <c:pt idx="8">
                  <c:v>26.38</c:v>
                </c:pt>
                <c:pt idx="9">
                  <c:v>26.23</c:v>
                </c:pt>
                <c:pt idx="10">
                  <c:v>29.54</c:v>
                </c:pt>
                <c:pt idx="11">
                  <c:v>27.67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19.78</c:v>
                </c:pt>
                <c:pt idx="1">
                  <c:v>20.98</c:v>
                </c:pt>
                <c:pt idx="2">
                  <c:v>18.46</c:v>
                </c:pt>
                <c:pt idx="3">
                  <c:v>18.47</c:v>
                </c:pt>
                <c:pt idx="4">
                  <c:v>19.32</c:v>
                </c:pt>
                <c:pt idx="5">
                  <c:v>19.22</c:v>
                </c:pt>
                <c:pt idx="6">
                  <c:v>18.97</c:v>
                </c:pt>
                <c:pt idx="7">
                  <c:v>19.02</c:v>
                </c:pt>
                <c:pt idx="8">
                  <c:v>17.01</c:v>
                </c:pt>
                <c:pt idx="9">
                  <c:v>19.98</c:v>
                </c:pt>
                <c:pt idx="10">
                  <c:v>17.41</c:v>
                </c:pt>
                <c:pt idx="11">
                  <c:v>18.63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24.05</c:v>
                </c:pt>
                <c:pt idx="1">
                  <c:v>24.9</c:v>
                </c:pt>
                <c:pt idx="2">
                  <c:v>22.58</c:v>
                </c:pt>
                <c:pt idx="3">
                  <c:v>23.26</c:v>
                </c:pt>
                <c:pt idx="4">
                  <c:v>22.78</c:v>
                </c:pt>
                <c:pt idx="5">
                  <c:v>24.86</c:v>
                </c:pt>
                <c:pt idx="6">
                  <c:v>22.75</c:v>
                </c:pt>
                <c:pt idx="7">
                  <c:v>25.46</c:v>
                </c:pt>
                <c:pt idx="8">
                  <c:v>24.68</c:v>
                </c:pt>
                <c:pt idx="9">
                  <c:v>22.94</c:v>
                </c:pt>
                <c:pt idx="10">
                  <c:v>25.88</c:v>
                </c:pt>
                <c:pt idx="11">
                  <c:v>22.92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29.12</c:v>
                </c:pt>
                <c:pt idx="1">
                  <c:v>27.99</c:v>
                </c:pt>
                <c:pt idx="2">
                  <c:v>29.23</c:v>
                </c:pt>
                <c:pt idx="3">
                  <c:v>31.75</c:v>
                </c:pt>
                <c:pt idx="4">
                  <c:v>30.5</c:v>
                </c:pt>
                <c:pt idx="5">
                  <c:v>29.23</c:v>
                </c:pt>
                <c:pt idx="6">
                  <c:v>31.52</c:v>
                </c:pt>
                <c:pt idx="7">
                  <c:v>29.81</c:v>
                </c:pt>
                <c:pt idx="8">
                  <c:v>31.92</c:v>
                </c:pt>
                <c:pt idx="9">
                  <c:v>30.85</c:v>
                </c:pt>
                <c:pt idx="10">
                  <c:v>27.16</c:v>
                </c:pt>
                <c:pt idx="11">
                  <c:v>30.78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Consumer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36.99</c:v>
                </c:pt>
                <c:pt idx="1">
                  <c:v>38.29</c:v>
                </c:pt>
                <c:pt idx="2">
                  <c:v>42.63</c:v>
                </c:pt>
                <c:pt idx="3">
                  <c:v>39.38</c:v>
                </c:pt>
                <c:pt idx="4">
                  <c:v>39.0</c:v>
                </c:pt>
                <c:pt idx="5">
                  <c:v>38.52</c:v>
                </c:pt>
                <c:pt idx="6">
                  <c:v>41.16</c:v>
                </c:pt>
                <c:pt idx="7">
                  <c:v>40.6</c:v>
                </c:pt>
                <c:pt idx="8">
                  <c:v>40.07</c:v>
                </c:pt>
                <c:pt idx="9">
                  <c:v>40.51</c:v>
                </c:pt>
                <c:pt idx="10">
                  <c:v>39.25</c:v>
                </c:pt>
                <c:pt idx="11">
                  <c:v>39.65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24.39</c:v>
                </c:pt>
                <c:pt idx="1">
                  <c:v>23.93</c:v>
                </c:pt>
                <c:pt idx="2">
                  <c:v>20.75</c:v>
                </c:pt>
                <c:pt idx="3">
                  <c:v>24.14</c:v>
                </c:pt>
                <c:pt idx="4">
                  <c:v>25.94</c:v>
                </c:pt>
                <c:pt idx="5">
                  <c:v>23.6</c:v>
                </c:pt>
                <c:pt idx="6">
                  <c:v>23.39</c:v>
                </c:pt>
                <c:pt idx="7">
                  <c:v>21.79</c:v>
                </c:pt>
                <c:pt idx="8">
                  <c:v>23.68</c:v>
                </c:pt>
                <c:pt idx="9">
                  <c:v>24.19</c:v>
                </c:pt>
                <c:pt idx="10">
                  <c:v>24.01</c:v>
                </c:pt>
                <c:pt idx="11">
                  <c:v>24.96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SMB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38.61</c:v>
                </c:pt>
                <c:pt idx="1">
                  <c:v>37.77</c:v>
                </c:pt>
                <c:pt idx="2">
                  <c:v>36.61</c:v>
                </c:pt>
                <c:pt idx="3">
                  <c:v>36.49</c:v>
                </c:pt>
                <c:pt idx="4">
                  <c:v>35.05</c:v>
                </c:pt>
                <c:pt idx="5">
                  <c:v>37.88</c:v>
                </c:pt>
                <c:pt idx="6">
                  <c:v>35.45</c:v>
                </c:pt>
                <c:pt idx="7">
                  <c:v>37.6</c:v>
                </c:pt>
                <c:pt idx="8">
                  <c:v>36.26</c:v>
                </c:pt>
                <c:pt idx="9">
                  <c:v>35.31</c:v>
                </c:pt>
                <c:pt idx="10">
                  <c:v>36.73</c:v>
                </c:pt>
                <c:pt idx="11">
                  <c:v>35.38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Cloud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25.87</c:v>
                </c:pt>
                <c:pt idx="1">
                  <c:v>23.63</c:v>
                </c:pt>
                <c:pt idx="2">
                  <c:v>26.13</c:v>
                </c:pt>
                <c:pt idx="3">
                  <c:v>27.09</c:v>
                </c:pt>
                <c:pt idx="4">
                  <c:v>28.83</c:v>
                </c:pt>
                <c:pt idx="5">
                  <c:v>27.81</c:v>
                </c:pt>
                <c:pt idx="6">
                  <c:v>26.35</c:v>
                </c:pt>
                <c:pt idx="7">
                  <c:v>27.93</c:v>
                </c:pt>
                <c:pt idx="8">
                  <c:v>23.06</c:v>
                </c:pt>
                <c:pt idx="9">
                  <c:v>29.03</c:v>
                </c:pt>
                <c:pt idx="10">
                  <c:v>26.65</c:v>
                </c:pt>
                <c:pt idx="11">
                  <c:v>25.02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Facilities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12.69</c:v>
                </c:pt>
                <c:pt idx="1">
                  <c:v>10.87</c:v>
                </c:pt>
                <c:pt idx="2">
                  <c:v>12.81</c:v>
                </c:pt>
                <c:pt idx="3">
                  <c:v>10.15</c:v>
                </c:pt>
                <c:pt idx="4">
                  <c:v>10.84</c:v>
                </c:pt>
                <c:pt idx="5">
                  <c:v>10.42</c:v>
                </c:pt>
                <c:pt idx="6">
                  <c:v>10.85</c:v>
                </c:pt>
                <c:pt idx="7">
                  <c:v>11.88</c:v>
                </c:pt>
                <c:pt idx="8">
                  <c:v>9.8</c:v>
                </c:pt>
                <c:pt idx="9">
                  <c:v>10.87</c:v>
                </c:pt>
                <c:pt idx="10">
                  <c:v>10.1</c:v>
                </c:pt>
                <c:pt idx="11">
                  <c:v>10.68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IT Services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18.82</c:v>
                </c:pt>
                <c:pt idx="1">
                  <c:v>20.45</c:v>
                </c:pt>
                <c:pt idx="2">
                  <c:v>18.02</c:v>
                </c:pt>
                <c:pt idx="3">
                  <c:v>20.06</c:v>
                </c:pt>
                <c:pt idx="4">
                  <c:v>19.07</c:v>
                </c:pt>
                <c:pt idx="5">
                  <c:v>19.44</c:v>
                </c:pt>
                <c:pt idx="6">
                  <c:v>18.96</c:v>
                </c:pt>
                <c:pt idx="7">
                  <c:v>19.16</c:v>
                </c:pt>
                <c:pt idx="8">
                  <c:v>18.98</c:v>
                </c:pt>
                <c:pt idx="9">
                  <c:v>20.42</c:v>
                </c:pt>
                <c:pt idx="10">
                  <c:v>19.98</c:v>
                </c:pt>
                <c:pt idx="11">
                  <c:v>18.19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Logistics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9.81</c:v>
                </c:pt>
                <c:pt idx="1">
                  <c:v>10.12</c:v>
                </c:pt>
                <c:pt idx="2">
                  <c:v>10.09</c:v>
                </c:pt>
                <c:pt idx="3">
                  <c:v>9.82</c:v>
                </c:pt>
                <c:pt idx="4">
                  <c:v>9.84</c:v>
                </c:pt>
                <c:pt idx="5">
                  <c:v>9.85</c:v>
                </c:pt>
                <c:pt idx="6">
                  <c:v>9.43</c:v>
                </c:pt>
                <c:pt idx="7">
                  <c:v>9.64</c:v>
                </c:pt>
                <c:pt idx="8">
                  <c:v>10.23</c:v>
                </c:pt>
                <c:pt idx="9">
                  <c:v>9.04</c:v>
                </c:pt>
                <c:pt idx="10">
                  <c:v>10.33</c:v>
                </c:pt>
                <c:pt idx="11">
                  <c:v>10.07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Marketing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9.82</c:v>
                </c:pt>
                <c:pt idx="1">
                  <c:v>10.31</c:v>
                </c:pt>
                <c:pt idx="2">
                  <c:v>8.3</c:v>
                </c:pt>
                <c:pt idx="3">
                  <c:v>10.65</c:v>
                </c:pt>
                <c:pt idx="4">
                  <c:v>11.54</c:v>
                </c:pt>
                <c:pt idx="5">
                  <c:v>10.48</c:v>
                </c:pt>
                <c:pt idx="6">
                  <c:v>11.64</c:v>
                </c:pt>
                <c:pt idx="7">
                  <c:v>10.33</c:v>
                </c:pt>
                <c:pt idx="8">
                  <c:v>11.51</c:v>
                </c:pt>
                <c:pt idx="9">
                  <c:v>10.94</c:v>
                </c:pt>
                <c:pt idx="10">
                  <c:v>10.92</c:v>
                </c:pt>
                <c:pt idx="11">
                  <c:v>10.17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Professional Services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19.1</c:v>
                </c:pt>
                <c:pt idx="1">
                  <c:v>21.3</c:v>
                </c:pt>
                <c:pt idx="2">
                  <c:v>21.39</c:v>
                </c:pt>
                <c:pt idx="3">
                  <c:v>19.01</c:v>
                </c:pt>
                <c:pt idx="4">
                  <c:v>16.72</c:v>
                </c:pt>
                <c:pt idx="5">
                  <c:v>18.22</c:v>
                </c:pt>
                <c:pt idx="6">
                  <c:v>20.04</c:v>
                </c:pt>
                <c:pt idx="7">
                  <c:v>17.87</c:v>
                </c:pt>
                <c:pt idx="8">
                  <c:v>22.98</c:v>
                </c:pt>
                <c:pt idx="9">
                  <c:v>16.28</c:v>
                </c:pt>
                <c:pt idx="10">
                  <c:v>18.29</c:v>
                </c:pt>
                <c:pt idx="11">
                  <c:v>22.49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Travel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3.89</c:v>
                </c:pt>
                <c:pt idx="1">
                  <c:v>3.33</c:v>
                </c:pt>
                <c:pt idx="2">
                  <c:v>3.27</c:v>
                </c:pt>
                <c:pt idx="3">
                  <c:v>3.22</c:v>
                </c:pt>
                <c:pt idx="4">
                  <c:v>3.16</c:v>
                </c:pt>
                <c:pt idx="5">
                  <c:v>3.79</c:v>
                </c:pt>
                <c:pt idx="6">
                  <c:v>2.74</c:v>
                </c:pt>
                <c:pt idx="7">
                  <c:v>3.18</c:v>
                </c:pt>
                <c:pt idx="8">
                  <c:v>3.43</c:v>
                </c:pt>
                <c:pt idx="9">
                  <c:v>3.43</c:v>
                </c:pt>
                <c:pt idx="10">
                  <c:v>3.74</c:v>
                </c:pt>
                <c:pt idx="11">
                  <c:v>3.38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Spend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3891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23232"/>
                </a:solidFill>
              </a:defRPr>
            </a:pPr>
            <a:r>
              <a:t>Monthly spend exhibits variability, with March experiencing the highest outlay, indicating</a:t>
            </a:r>
            <a:br/>
            <a:r>
              <a:t>potential project spikes or seasonal impacts.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Spend by Region (%)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3891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23232"/>
                </a:solidFill>
              </a:defRPr>
            </a:pPr>
            <a:r>
              <a:t>The West consistently receives the highest percentage of spending, reflecting strategic</a:t>
            </a:r>
            <a:br/>
            <a:r>
              <a:t>prioritization or market demand variances.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Spend by Business Unit (%)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3891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23232"/>
                </a:solidFill>
              </a:defRPr>
            </a:pPr>
            <a:r>
              <a:t>Consumer and SMB segments dominate spend distribution, indicating a focus on diverse</a:t>
            </a:r>
            <a:br/>
            <a:r>
              <a:t>market offerings and customer segments.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Spend by Category (%)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3891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23232"/>
                </a:solidFill>
              </a:defRPr>
            </a:pPr>
            <a:r>
              <a:t>Spending in Cloud services peaked in October, highlighting a shift towards digital</a:t>
            </a:r>
            <a:br/>
            <a:r>
              <a:t>transformation initiatives in the business.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